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64" r:id="rId8"/>
    <p:sldId id="265" r:id="rId9"/>
    <p:sldId id="263" r:id="rId10"/>
    <p:sldId id="260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92">
          <p15:clr>
            <a:srgbClr val="A4A3A4"/>
          </p15:clr>
        </p15:guide>
        <p15:guide id="2" orient="horz" pos="583">
          <p15:clr>
            <a:srgbClr val="A4A3A4"/>
          </p15:clr>
        </p15:guide>
        <p15:guide id="3" pos="5617">
          <p15:clr>
            <a:srgbClr val="A4A3A4"/>
          </p15:clr>
        </p15:guide>
        <p15:guide id="4" pos="23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>
        <p:guide orient="horz" pos="3092"/>
        <p:guide orient="horz" pos="583"/>
        <p:guide pos="5617"/>
        <p:guide pos="23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.xlsx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layout>
        <c:manualLayout>
          <c:xMode val="edge"/>
          <c:yMode val="edge"/>
          <c:x val="0.42695636902791201"/>
          <c:y val="3.9303254855302401E-2"/>
        </c:manualLayout>
      </c:layout>
      <c:overlay val="0"/>
      <c:txPr>
        <a:bodyPr/>
        <a:lstStyle/>
        <a:p>
          <a:pPr>
            <a:defRPr>
              <a:solidFill>
                <a:srgbClr val="000000"/>
              </a:solidFill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Participants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B4009E"/>
              </a:solidFill>
            </c:spPr>
            <c:extLst>
              <c:ext xmlns:c16="http://schemas.microsoft.com/office/drawing/2014/chart" uri="{C3380CC4-5D6E-409C-BE32-E72D297353CC}">
                <c16:uniqueId val="{00000001-E66B-4A8A-AA9A-CDCE2B119B2A}"/>
              </c:ext>
            </c:extLst>
          </c:dPt>
          <c:dPt>
            <c:idx val="1"/>
            <c:invertIfNegative val="0"/>
            <c:bubble3D val="0"/>
            <c:spPr>
              <a:solidFill>
                <a:srgbClr val="FF8C00"/>
              </a:solidFill>
            </c:spPr>
            <c:extLst>
              <c:ext xmlns:c16="http://schemas.microsoft.com/office/drawing/2014/chart" uri="{C3380CC4-5D6E-409C-BE32-E72D297353CC}">
                <c16:uniqueId val="{00000003-E66B-4A8A-AA9A-CDCE2B119B2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</c:spPr>
            <c:extLst>
              <c:ext xmlns:c16="http://schemas.microsoft.com/office/drawing/2014/chart" uri="{C3380CC4-5D6E-409C-BE32-E72D297353CC}">
                <c16:uniqueId val="{00000005-E66B-4A8A-AA9A-CDCE2B119B2A}"/>
              </c:ext>
            </c:extLst>
          </c:dPt>
          <c:dPt>
            <c:idx val="3"/>
            <c:invertIfNegative val="0"/>
            <c:bubble3D val="0"/>
            <c:spPr>
              <a:solidFill>
                <a:srgbClr val="D2D2D2"/>
              </a:solidFill>
            </c:spPr>
            <c:extLst>
              <c:ext xmlns:c16="http://schemas.microsoft.com/office/drawing/2014/chart" uri="{C3380CC4-5D6E-409C-BE32-E72D297353CC}">
                <c16:uniqueId val="{00000007-E66B-4A8A-AA9A-CDCE2B119B2A}"/>
              </c:ext>
            </c:extLst>
          </c:dPt>
          <c:cat>
            <c:strRef>
              <c:f>Sheet1!$A$2:$A$5</c:f>
              <c:strCache>
                <c:ptCount val="4"/>
                <c:pt idx="0">
                  <c:v>1st Month</c:v>
                </c:pt>
                <c:pt idx="1">
                  <c:v>2nd Month</c:v>
                </c:pt>
                <c:pt idx="2">
                  <c:v>3rd Month</c:v>
                </c:pt>
                <c:pt idx="3">
                  <c:v>4th Month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66B-4A8A-AA9A-CDCE2B119B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-2122106024"/>
        <c:axId val="-2122109096"/>
      </c:barChart>
      <c:valAx>
        <c:axId val="-2122109096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FFFFFF"/>
                </a:solidFill>
              </a:defRPr>
            </a:pPr>
            <a:endParaRPr lang="en-US"/>
          </a:p>
        </c:txPr>
        <c:crossAx val="-2122106024"/>
        <c:crosses val="autoZero"/>
        <c:crossBetween val="between"/>
      </c:valAx>
      <c:catAx>
        <c:axId val="-2122106024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000000"/>
                </a:solidFill>
              </a:defRPr>
            </a:pPr>
            <a:endParaRPr lang="en-US"/>
          </a:p>
        </c:txPr>
        <c:crossAx val="-2122109096"/>
        <c:crosses val="autoZero"/>
        <c:auto val="1"/>
        <c:lblAlgn val="ctr"/>
        <c:lblOffset val="100"/>
        <c:noMultiLvlLbl val="0"/>
      </c:cat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4"/>
    </mc:Choice>
    <mc:Fallback>
      <c:style val="34"/>
    </mc:Fallback>
  </mc:AlternateContent>
  <c:chart>
    <c:title>
      <c:layout>
        <c:manualLayout>
          <c:xMode val="edge"/>
          <c:yMode val="edge"/>
          <c:x val="0.30410442570402302"/>
          <c:y val="5.7168370698621698E-2"/>
        </c:manualLayout>
      </c:layout>
      <c:overlay val="0"/>
      <c:txPr>
        <a:bodyPr/>
        <a:lstStyle/>
        <a:p>
          <a:pPr>
            <a:defRPr>
              <a:solidFill>
                <a:srgbClr val="000000"/>
              </a:solidFill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Participants</c:v>
                </c:pt>
              </c:strCache>
            </c:strRef>
          </c:tx>
          <c:spPr>
            <a:ln>
              <a:noFill/>
            </a:ln>
          </c:spPr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FE9-4282-AC0A-6054F9400199}"/>
              </c:ext>
            </c:extLst>
          </c:dPt>
          <c:cat>
            <c:strRef>
              <c:f>Sheet1!$A$2:$A$5</c:f>
              <c:strCache>
                <c:ptCount val="4"/>
                <c:pt idx="0">
                  <c:v>1st Month</c:v>
                </c:pt>
                <c:pt idx="1">
                  <c:v>2nd Month</c:v>
                </c:pt>
                <c:pt idx="2">
                  <c:v>3rd Month</c:v>
                </c:pt>
                <c:pt idx="3">
                  <c:v>4th Month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FE9-4282-AC0A-6054F94001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layout>
        <c:manualLayout>
          <c:xMode val="edge"/>
          <c:yMode val="edge"/>
          <c:x val="0.61707402434042002"/>
          <c:y val="0.35235410178839599"/>
          <c:w val="0.376726895368799"/>
          <c:h val="0.43078055363853301"/>
        </c:manualLayout>
      </c:layout>
      <c:overlay val="0"/>
      <c:txPr>
        <a:bodyPr/>
        <a:lstStyle/>
        <a:p>
          <a:pPr>
            <a:defRPr>
              <a:solidFill>
                <a:srgbClr val="000000"/>
              </a:solidFill>
            </a:defRPr>
          </a:pPr>
          <a:endParaRPr lang="en-US"/>
        </a:p>
      </c:txPr>
    </c:legend>
    <c:plotVisOnly val="1"/>
    <c:dispBlanksAs val="gap"/>
    <c:showDLblsOverMax val="0"/>
  </c:chart>
  <c:spPr>
    <a:noFill/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pening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29430" y="1045349"/>
            <a:ext cx="4341127" cy="2253233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ct val="90000"/>
              </a:lnSpc>
              <a:defRPr sz="55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presentation main header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76238" y="3457521"/>
            <a:ext cx="4294319" cy="145102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presentation subhead</a:t>
            </a:r>
          </a:p>
        </p:txBody>
      </p:sp>
    </p:spTree>
    <p:extLst>
      <p:ext uri="{BB962C8B-B14F-4D97-AF65-F5344CB8AC3E}">
        <p14:creationId xmlns:p14="http://schemas.microsoft.com/office/powerpoint/2010/main" val="553505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ontent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233167" y="925513"/>
            <a:ext cx="8683819" cy="3554416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1000"/>
              </a:spcBef>
              <a:defRPr sz="2800"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 sz="2600">
                <a:solidFill>
                  <a:schemeClr val="tx1"/>
                </a:solidFill>
              </a:defRPr>
            </a:lvl2pPr>
            <a:lvl3pPr>
              <a:spcBef>
                <a:spcPts val="1000"/>
              </a:spcBef>
              <a:defRPr sz="2200">
                <a:solidFill>
                  <a:schemeClr val="tx1"/>
                </a:solidFill>
              </a:defRPr>
            </a:lvl3pPr>
            <a:lvl4pPr>
              <a:spcBef>
                <a:spcPts val="1000"/>
              </a:spcBef>
              <a:defRPr sz="1800">
                <a:solidFill>
                  <a:schemeClr val="tx1"/>
                </a:solidFill>
              </a:defRPr>
            </a:lvl4pPr>
            <a:lvl5pPr>
              <a:spcBef>
                <a:spcPts val="100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33168" y="141555"/>
            <a:ext cx="7594879" cy="406715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algn="l">
              <a:defRPr sz="3500">
                <a:solidFill>
                  <a:srgbClr val="F2F2F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53078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233168" y="925513"/>
            <a:ext cx="4343400" cy="3554416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1000"/>
              </a:spcBef>
              <a:defRPr sz="2800"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 sz="2600">
                <a:solidFill>
                  <a:schemeClr val="tx1"/>
                </a:solidFill>
              </a:defRPr>
            </a:lvl2pPr>
            <a:lvl3pPr>
              <a:spcBef>
                <a:spcPts val="1000"/>
              </a:spcBef>
              <a:defRPr sz="2200">
                <a:solidFill>
                  <a:schemeClr val="tx1"/>
                </a:solidFill>
              </a:defRPr>
            </a:lvl3pPr>
            <a:lvl4pPr>
              <a:spcBef>
                <a:spcPts val="1000"/>
              </a:spcBef>
              <a:defRPr sz="1800">
                <a:solidFill>
                  <a:schemeClr val="tx1"/>
                </a:solidFill>
              </a:defRPr>
            </a:lvl4pPr>
            <a:lvl5pPr>
              <a:spcBef>
                <a:spcPts val="100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0"/>
          </p:nvPr>
        </p:nvSpPr>
        <p:spPr>
          <a:xfrm>
            <a:off x="4576568" y="925513"/>
            <a:ext cx="4343400" cy="3554416"/>
          </a:xfrm>
          <a:prstGeom prst="rect">
            <a:avLst/>
          </a:prstGeom>
        </p:spPr>
        <p:txBody>
          <a:bodyPr lIns="0" tIns="0" rIns="0" bIns="0"/>
          <a:lstStyle>
            <a:lvl1pPr>
              <a:spcBef>
                <a:spcPts val="1000"/>
              </a:spcBef>
              <a:defRPr sz="2800">
                <a:solidFill>
                  <a:srgbClr val="000000"/>
                </a:solidFill>
              </a:defRPr>
            </a:lvl1pPr>
            <a:lvl2pPr>
              <a:spcBef>
                <a:spcPts val="1000"/>
              </a:spcBef>
              <a:defRPr sz="2600">
                <a:solidFill>
                  <a:srgbClr val="000000"/>
                </a:solidFill>
              </a:defRPr>
            </a:lvl2pPr>
            <a:lvl3pPr>
              <a:spcBef>
                <a:spcPts val="1000"/>
              </a:spcBef>
              <a:defRPr sz="2200">
                <a:solidFill>
                  <a:srgbClr val="000000"/>
                </a:solidFill>
              </a:defRPr>
            </a:lvl3pPr>
            <a:lvl4pPr>
              <a:spcBef>
                <a:spcPts val="1000"/>
              </a:spcBef>
              <a:defRPr sz="1800">
                <a:solidFill>
                  <a:srgbClr val="000000"/>
                </a:solidFill>
              </a:defRPr>
            </a:lvl4pPr>
            <a:lvl5pPr>
              <a:spcBef>
                <a:spcPts val="1000"/>
              </a:spcBef>
              <a:defRPr sz="14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33168" y="141555"/>
            <a:ext cx="7594879" cy="406715"/>
          </a:xfrm>
          <a:prstGeom prst="rect">
            <a:avLst/>
          </a:prstGeom>
        </p:spPr>
        <p:txBody>
          <a:bodyPr wrap="square" lIns="0" tIns="0" rIns="0" bIns="0" anchor="ctr" anchorCtr="0"/>
          <a:lstStyle>
            <a:lvl1pPr algn="l">
              <a:defRPr sz="3500">
                <a:solidFill>
                  <a:srgbClr val="F2F2F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9669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2122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6761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9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MSP 2016 </a:t>
            </a:r>
            <a:br>
              <a:rPr lang="en-US" dirty="0"/>
            </a:br>
            <a:r>
              <a:rPr lang="en-US" dirty="0"/>
              <a:t>Presentation 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6238" y="3774107"/>
            <a:ext cx="4294319" cy="1134443"/>
          </a:xfrm>
        </p:spPr>
        <p:txBody>
          <a:bodyPr/>
          <a:lstStyle/>
          <a:p>
            <a:r>
              <a:rPr lang="en-US" dirty="0"/>
              <a:t>Presentation Title Subhead</a:t>
            </a:r>
          </a:p>
        </p:txBody>
      </p:sp>
    </p:spTree>
    <p:extLst>
      <p:ext uri="{BB962C8B-B14F-4D97-AF65-F5344CB8AC3E}">
        <p14:creationId xmlns:p14="http://schemas.microsoft.com/office/powerpoint/2010/main" val="4355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Non-bulleted text. Non-bulleted text.</a:t>
            </a:r>
          </a:p>
          <a:p>
            <a:pPr marL="514350" indent="-457200"/>
            <a:r>
              <a:rPr lang="en-US" dirty="0"/>
              <a:t>First level bullets. First level bullets.</a:t>
            </a:r>
          </a:p>
          <a:p>
            <a:pPr marL="914400" lvl="1" indent="-457200"/>
            <a:r>
              <a:rPr lang="en-US" dirty="0"/>
              <a:t>Second level bullets. Second level bullets.</a:t>
            </a:r>
          </a:p>
          <a:p>
            <a:pPr marL="1314450" lvl="2" indent="-457200"/>
            <a:r>
              <a:rPr lang="en-US" dirty="0"/>
              <a:t>Third level bullets. Third level bullets.</a:t>
            </a:r>
          </a:p>
          <a:p>
            <a:pPr marL="1771650" lvl="3" indent="-457200"/>
            <a:r>
              <a:rPr lang="en-US" dirty="0"/>
              <a:t>Fourth level bullets. Fourth level bullets.</a:t>
            </a:r>
          </a:p>
          <a:p>
            <a:pPr marL="2228850" lvl="4" indent="-457200"/>
            <a:r>
              <a:rPr lang="en-US" dirty="0"/>
              <a:t>Fifth level bullets. Fifth level bullets.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3169" y="141555"/>
            <a:ext cx="6362158" cy="40671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Slide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1610122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Non-bulleted text.</a:t>
            </a:r>
          </a:p>
          <a:p>
            <a:pPr marL="514350" indent="-457200"/>
            <a:r>
              <a:rPr lang="en-US" dirty="0"/>
              <a:t>First level bullets.</a:t>
            </a:r>
          </a:p>
          <a:p>
            <a:pPr marL="914400" lvl="1" indent="-457200"/>
            <a:r>
              <a:rPr lang="en-US" dirty="0"/>
              <a:t>Second level bullets.</a:t>
            </a:r>
          </a:p>
          <a:p>
            <a:pPr marL="1314450" lvl="2" indent="-457200"/>
            <a:r>
              <a:rPr lang="en-US" dirty="0"/>
              <a:t>Third level bullets.</a:t>
            </a:r>
          </a:p>
          <a:p>
            <a:pPr marL="1771650" lvl="3" indent="-457200"/>
            <a:r>
              <a:rPr lang="en-US" dirty="0"/>
              <a:t>Fourth level bullets.</a:t>
            </a:r>
          </a:p>
          <a:p>
            <a:pPr marL="2228850" lvl="4" indent="-457200"/>
            <a:r>
              <a:rPr lang="en-US" dirty="0"/>
              <a:t>Fifth level bullets.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0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dirty="0"/>
              <a:t>Non-bulleted text.</a:t>
            </a:r>
          </a:p>
          <a:p>
            <a:pPr marL="514350" indent="-457200"/>
            <a:r>
              <a:rPr lang="en-US" dirty="0"/>
              <a:t>First level bullets.</a:t>
            </a:r>
          </a:p>
          <a:p>
            <a:pPr marL="914400" lvl="1" indent="-457200"/>
            <a:r>
              <a:rPr lang="en-US" dirty="0"/>
              <a:t>Second level bullets.</a:t>
            </a:r>
          </a:p>
          <a:p>
            <a:pPr marL="1314450" lvl="2" indent="-457200"/>
            <a:r>
              <a:rPr lang="en-US" dirty="0"/>
              <a:t>Third level bullets.</a:t>
            </a:r>
          </a:p>
          <a:p>
            <a:pPr marL="1771650" lvl="3" indent="-457200"/>
            <a:r>
              <a:rPr lang="en-US" dirty="0"/>
              <a:t>Fourth level bullets.</a:t>
            </a:r>
          </a:p>
          <a:p>
            <a:pPr marL="2228850" lvl="4" indent="-457200"/>
            <a:r>
              <a:rPr lang="en-US" dirty="0"/>
              <a:t>Fifth level bullets.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Slide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345983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5943407"/>
              </p:ext>
            </p:extLst>
          </p:nvPr>
        </p:nvGraphicFramePr>
        <p:xfrm>
          <a:off x="233363" y="1168753"/>
          <a:ext cx="8683624" cy="2986172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170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0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9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09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59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Category 1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Category 2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Category 3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Category 4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59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125 Units</a:t>
                      </a:r>
                    </a:p>
                  </a:txBody>
                  <a:tcPr anchor="ctr">
                    <a:lnL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75 Units</a:t>
                      </a:r>
                    </a:p>
                  </a:txBody>
                  <a:tcPr anchor="ctr">
                    <a:lnL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44 Units</a:t>
                      </a:r>
                    </a:p>
                  </a:txBody>
                  <a:tcPr anchor="ctr">
                    <a:lnL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34 Units</a:t>
                      </a:r>
                    </a:p>
                  </a:txBody>
                  <a:tcPr anchor="ctr">
                    <a:lnL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59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35 Units</a:t>
                      </a:r>
                    </a:p>
                  </a:txBody>
                  <a:tcPr anchor="ctr">
                    <a:lnL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54 Units</a:t>
                      </a:r>
                    </a:p>
                  </a:txBody>
                  <a:tcPr anchor="ctr">
                    <a:lnL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167 Units</a:t>
                      </a:r>
                    </a:p>
                  </a:txBody>
                  <a:tcPr anchor="ctr">
                    <a:lnL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15 Units</a:t>
                      </a:r>
                    </a:p>
                  </a:txBody>
                  <a:tcPr anchor="ctr">
                    <a:lnL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59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285 Units</a:t>
                      </a:r>
                    </a:p>
                  </a:txBody>
                  <a:tcPr anchor="ctr">
                    <a:lnL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69 Units</a:t>
                      </a:r>
                    </a:p>
                  </a:txBody>
                  <a:tcPr anchor="ctr">
                    <a:lnL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205 Units</a:t>
                      </a:r>
                    </a:p>
                  </a:txBody>
                  <a:tcPr anchor="ctr">
                    <a:lnL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19 Units</a:t>
                      </a:r>
                    </a:p>
                  </a:txBody>
                  <a:tcPr anchor="ctr">
                    <a:lnL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59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209 Units</a:t>
                      </a:r>
                    </a:p>
                  </a:txBody>
                  <a:tcPr anchor="ctr">
                    <a:lnL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125 Units</a:t>
                      </a:r>
                    </a:p>
                  </a:txBody>
                  <a:tcPr anchor="ctr">
                    <a:lnL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75 Units</a:t>
                      </a:r>
                    </a:p>
                  </a:txBody>
                  <a:tcPr anchor="ctr">
                    <a:lnL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95 Units</a:t>
                      </a:r>
                    </a:p>
                  </a:txBody>
                  <a:tcPr anchor="ctr">
                    <a:lnL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59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67 Units</a:t>
                      </a:r>
                    </a:p>
                  </a:txBody>
                  <a:tcPr anchor="ctr">
                    <a:lnL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85 Units</a:t>
                      </a:r>
                    </a:p>
                  </a:txBody>
                  <a:tcPr anchor="ctr">
                    <a:lnL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77 Units</a:t>
                      </a:r>
                    </a:p>
                  </a:txBody>
                  <a:tcPr anchor="ctr">
                    <a:lnL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135 Units</a:t>
                      </a:r>
                    </a:p>
                  </a:txBody>
                  <a:tcPr anchor="ctr">
                    <a:lnL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59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58 Units</a:t>
                      </a:r>
                    </a:p>
                  </a:txBody>
                  <a:tcPr anchor="ctr">
                    <a:lnL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88 Units</a:t>
                      </a:r>
                    </a:p>
                  </a:txBody>
                  <a:tcPr anchor="ctr">
                    <a:lnL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125 Units</a:t>
                      </a:r>
                    </a:p>
                  </a:txBody>
                  <a:tcPr anchor="ctr">
                    <a:lnL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122 Units</a:t>
                      </a:r>
                    </a:p>
                  </a:txBody>
                  <a:tcPr anchor="ctr">
                    <a:lnL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3169" y="141555"/>
            <a:ext cx="6362158" cy="40671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Slide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316489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7205863"/>
              </p:ext>
            </p:extLst>
          </p:nvPr>
        </p:nvGraphicFramePr>
        <p:xfrm>
          <a:off x="233363" y="925513"/>
          <a:ext cx="8683625" cy="35544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Slide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354608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Non-bulleted text.</a:t>
            </a:r>
          </a:p>
          <a:p>
            <a:pPr marL="514350" indent="-457200"/>
            <a:r>
              <a:rPr lang="en-US" dirty="0"/>
              <a:t>First level bullets.</a:t>
            </a:r>
          </a:p>
          <a:p>
            <a:pPr marL="914400" lvl="1" indent="-457200"/>
            <a:r>
              <a:rPr lang="en-US" dirty="0"/>
              <a:t>Second level bullets.</a:t>
            </a:r>
          </a:p>
          <a:p>
            <a:pPr marL="1314450" lvl="2" indent="-457200"/>
            <a:r>
              <a:rPr lang="en-US" dirty="0"/>
              <a:t>Third level bullets.</a:t>
            </a:r>
          </a:p>
          <a:p>
            <a:pPr marL="1771650" lvl="3" indent="-457200"/>
            <a:r>
              <a:rPr lang="en-US" dirty="0"/>
              <a:t>Fourth level bullets.</a:t>
            </a:r>
          </a:p>
          <a:p>
            <a:pPr marL="2228850" lvl="4" indent="-457200"/>
            <a:r>
              <a:rPr lang="en-US" dirty="0"/>
              <a:t>Fifth level bullets.</a:t>
            </a: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0"/>
            <p:extLst>
              <p:ext uri="{D42A27DB-BD31-4B8C-83A1-F6EECF244321}">
                <p14:modId xmlns:p14="http://schemas.microsoft.com/office/powerpoint/2010/main" val="2287910482"/>
              </p:ext>
            </p:extLst>
          </p:nvPr>
        </p:nvGraphicFramePr>
        <p:xfrm>
          <a:off x="4576763" y="925513"/>
          <a:ext cx="4343400" cy="35544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Slide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1212237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90241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SP 2016 Magenta Them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B4009E"/>
      </a:accent1>
      <a:accent2>
        <a:srgbClr val="FF8C00"/>
      </a:accent2>
      <a:accent3>
        <a:srgbClr val="505050"/>
      </a:accent3>
      <a:accent4>
        <a:srgbClr val="737373"/>
      </a:accent4>
      <a:accent5>
        <a:srgbClr val="D2D2D2"/>
      </a:accent5>
      <a:accent6>
        <a:srgbClr val="FFFFFF"/>
      </a:accent6>
      <a:hlink>
        <a:srgbClr val="FFFFFF"/>
      </a:hlink>
      <a:folHlink>
        <a:srgbClr val="FFFFFF"/>
      </a:folHlink>
    </a:clrScheme>
    <a:fontScheme name="Segoe UI">
      <a:majorFont>
        <a:latin typeface="Segoe UI Light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Segoe UI"/>
        <a:ea typeface=""/>
        <a:cs typeface=""/>
        <a:font script="Jpan" typeface="ＭＳ Ｐ明朝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MSP16 Colors">
    <a:dk1>
      <a:sysClr val="windowText" lastClr="000000"/>
    </a:dk1>
    <a:lt1>
      <a:sysClr val="window" lastClr="FFFFFF"/>
    </a:lt1>
    <a:dk2>
      <a:srgbClr val="000000"/>
    </a:dk2>
    <a:lt2>
      <a:srgbClr val="FFFFFF"/>
    </a:lt2>
    <a:accent1>
      <a:srgbClr val="FF9600"/>
    </a:accent1>
    <a:accent2>
      <a:srgbClr val="505050"/>
    </a:accent2>
    <a:accent3>
      <a:srgbClr val="737373"/>
    </a:accent3>
    <a:accent4>
      <a:srgbClr val="D2D2D2"/>
    </a:accent4>
    <a:accent5>
      <a:srgbClr val="D83B01"/>
    </a:accent5>
    <a:accent6>
      <a:srgbClr val="FFFFFF"/>
    </a:accent6>
    <a:hlink>
      <a:srgbClr val="FFFFFF"/>
    </a:hlink>
    <a:folHlink>
      <a:srgbClr val="FFFFFF"/>
    </a:folHlink>
  </a:clrScheme>
  <a:fontScheme name="Segoe UI">
    <a:majorFont>
      <a:latin typeface="Segoe UI Light"/>
      <a:ea typeface=""/>
      <a:cs typeface=""/>
      <a:font script="Jpan" typeface="ＭＳ 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ahoma"/>
      <a:font script="Uigh" typeface="Microsoft Uighur"/>
    </a:majorFont>
    <a:minorFont>
      <a:latin typeface="Segoe UI"/>
      <a:ea typeface=""/>
      <a:cs typeface=""/>
      <a:font script="Jpan" typeface="ＭＳ Ｐ明朝"/>
      <a:font script="Hang" typeface="맑은 고딕"/>
      <a:font script="Hans" typeface="黑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rogram xmlns="3fce3ed0-24d1-45d0-8014-96f22eb6b0fb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C2185FD0CA74419E79410895F7D8A9" ma:contentTypeVersion="10" ma:contentTypeDescription="Create a new document." ma:contentTypeScope="" ma:versionID="bf8935672075793d1b6bbbcf287cd4d2">
  <xsd:schema xmlns:xsd="http://www.w3.org/2001/XMLSchema" xmlns:xs="http://www.w3.org/2001/XMLSchema" xmlns:p="http://schemas.microsoft.com/office/2006/metadata/properties" xmlns:ns2="3fce3ed0-24d1-45d0-8014-96f22eb6b0fb" xmlns:ns3="c7d759ad-c71d-4e7a-8896-957c2805ad24" xmlns:ns4="cbd1dd4f-7f1a-4b60-b24c-ce56e0497876" targetNamespace="http://schemas.microsoft.com/office/2006/metadata/properties" ma:root="true" ma:fieldsID="a03c43506f2f3385285ffd840e8b4328" ns2:_="" ns3:_="" ns4:_="">
    <xsd:import namespace="3fce3ed0-24d1-45d0-8014-96f22eb6b0fb"/>
    <xsd:import namespace="c7d759ad-c71d-4e7a-8896-957c2805ad24"/>
    <xsd:import namespace="cbd1dd4f-7f1a-4b60-b24c-ce56e0497876"/>
    <xsd:element name="properties">
      <xsd:complexType>
        <xsd:sequence>
          <xsd:element name="documentManagement">
            <xsd:complexType>
              <xsd:all>
                <xsd:element ref="ns2:Program" minOccurs="0"/>
                <xsd:element ref="ns3:SharedWithUsers" minOccurs="0"/>
                <xsd:element ref="ns4:SharingHintHash" minOccurs="0"/>
                <xsd:element ref="ns3:SharedWithDetails" minOccurs="0"/>
                <xsd:element ref="ns3:LastSharedByUser" minOccurs="0"/>
                <xsd:element ref="ns3:LastSharedByTime" minOccurs="0"/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ce3ed0-24d1-45d0-8014-96f22eb6b0fb" elementFormDefault="qualified">
    <xsd:import namespace="http://schemas.microsoft.com/office/2006/documentManagement/types"/>
    <xsd:import namespace="http://schemas.microsoft.com/office/infopath/2007/PartnerControls"/>
    <xsd:element name="Program" ma:index="2" nillable="true" ma:displayName="Program" ma:internalName="Program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Cross Marketing"/>
                    <xsd:enumeration value="DreamSpark"/>
                    <xsd:enumeration value="Faculty Connection"/>
                    <xsd:enumeration value="Imagine Cup"/>
                    <xsd:enumeration value="Student Partners"/>
                    <xsd:enumeration value="PR &amp; Messaging"/>
                  </xsd:restriction>
                </xsd:simpleType>
              </xsd:element>
            </xsd:sequence>
          </xsd:extension>
        </xsd:complexContent>
      </xsd:complexType>
    </xsd:element>
    <xsd:element name="MediaServiceMetadata" ma:index="14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description="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d759ad-c71d-4e7a-8896-957c2805ad24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3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d1dd4f-7f1a-4b60-b24c-ce56e0497876" elementFormDefault="qualified">
    <xsd:import namespace="http://schemas.microsoft.com/office/2006/documentManagement/types"/>
    <xsd:import namespace="http://schemas.microsoft.com/office/infopath/2007/PartnerControls"/>
    <xsd:element name="SharingHintHash" ma:index="10" nillable="true" ma:displayName="Sharing Hint Hash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EF52303-DD41-4871-8221-5749C8E3EEE6}">
  <ds:schemaRefs>
    <ds:schemaRef ds:uri="http://schemas.microsoft.com/office/2006/metadata/properties"/>
    <ds:schemaRef ds:uri="http://schemas.microsoft.com/office/infopath/2007/PartnerControls"/>
    <ds:schemaRef ds:uri="3fce3ed0-24d1-45d0-8014-96f22eb6b0fb"/>
  </ds:schemaRefs>
</ds:datastoreItem>
</file>

<file path=customXml/itemProps2.xml><?xml version="1.0" encoding="utf-8"?>
<ds:datastoreItem xmlns:ds="http://schemas.openxmlformats.org/officeDocument/2006/customXml" ds:itemID="{A681D2DF-F93E-4CC1-8A50-704C6CA0430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ADBEBD-1B54-44CF-A01C-3F6954DBE5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fce3ed0-24d1-45d0-8014-96f22eb6b0fb"/>
    <ds:schemaRef ds:uri="c7d759ad-c71d-4e7a-8896-957c2805ad24"/>
    <ds:schemaRef ds:uri="cbd1dd4f-7f1a-4b60-b24c-ce56e04978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</TotalTime>
  <Words>198</Words>
  <Application>Microsoft Office PowerPoint</Application>
  <PresentationFormat>On-screen Show (16:9)</PresentationFormat>
  <Paragraphs>61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Segoe UI</vt:lpstr>
      <vt:lpstr>Segoe UI Light</vt:lpstr>
      <vt:lpstr>Office Theme</vt:lpstr>
      <vt:lpstr>MSP 2016  Presentation  Title</vt:lpstr>
      <vt:lpstr>Slide title goes here</vt:lpstr>
      <vt:lpstr>Slide title goes here</vt:lpstr>
      <vt:lpstr>Slide title goes here</vt:lpstr>
      <vt:lpstr>Slide title goes here</vt:lpstr>
      <vt:lpstr>Slide title goes here</vt:lpstr>
      <vt:lpstr>PowerPoint Presentation</vt:lpstr>
    </vt:vector>
  </TitlesOfParts>
  <Company>Prentice Design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Taylor Hanson</dc:creator>
  <cp:lastModifiedBy>Vibhor Shrivastava (Teamlease Servicse PVT LTD)</cp:lastModifiedBy>
  <cp:revision>54</cp:revision>
  <dcterms:created xsi:type="dcterms:W3CDTF">2016-07-11T14:56:12Z</dcterms:created>
  <dcterms:modified xsi:type="dcterms:W3CDTF">2017-05-23T12:42:20Z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0x01010041C2185FD0CA74419E79410895F7D8A9</vt:lpwstr>
  </property>
</Properties>
</file>